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6949440" cy="384048"/>
          </a:xfrm>
          <a:prstGeom prst="roundRect">
            <a:avLst>
              <a:gd name="adj" fmla="val 47619"/>
            </a:avLst>
          </a:prstGeom>
          <a:solidFill>
            <a:srgbClr val="111622"/>
          </a:solidFill>
          <a:ln w="12700">
            <a:solidFill>
              <a:srgbClr val="E01E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1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QUALCOMM SNAPDRAGON AI LAB // BUILD &amp; PRESENT CHALLENGE 2026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</a:t>
            </a:r>
            <a:pPr indent="0" marL="0">
              <a:buNone/>
            </a:pPr>
            <a:r>
              <a:rPr lang="en-US" sz="8800" b="1" dirty="0">
                <a:solidFill>
                  <a:srgbClr val="E01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skiee</a:t>
            </a:r>
            <a:endParaRPr lang="en-US" sz="8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Autonomous, Zero-Cloud Cognitive Scratchpad for Snapdragon-Powered HP PCs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Cloud Telemetry  •  Sub-Watt Neural Inference  •  Instant Local Synthesis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052560" y="1097280"/>
            <a:ext cx="2651760" cy="2286000"/>
          </a:xfrm>
          <a:prstGeom prst="hexagon">
            <a:avLst/>
          </a:prstGeom>
          <a:solidFill>
            <a:srgbClr val="111622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52560" y="109728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5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TOPS · HEXAGON NPU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2601468" cy="1371600"/>
          </a:xfrm>
          <a:prstGeom prst="roundRect">
            <a:avLst>
              <a:gd name="adj" fmla="val 6667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983480"/>
            <a:ext cx="223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1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HARDWARE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303520"/>
            <a:ext cx="22357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Snapdragon® X Elite / X Plus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 Omnibook Ultra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78708" y="4846320"/>
            <a:ext cx="2601468" cy="1371600"/>
          </a:xfrm>
          <a:prstGeom prst="roundRect">
            <a:avLst>
              <a:gd name="adj" fmla="val 6667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1588" y="4983480"/>
            <a:ext cx="223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SILICON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561588" y="5303520"/>
            <a:ext cx="22357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Qualcomm Hexagon HTP NPU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on ARM64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08776" y="4846320"/>
            <a:ext cx="2601468" cy="1371600"/>
          </a:xfrm>
          <a:prstGeom prst="roundRect">
            <a:avLst>
              <a:gd name="adj" fmla="val 6667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91656" y="4983480"/>
            <a:ext cx="223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91656" y="5303520"/>
            <a:ext cx="22357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Nitanshu Tak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Pre-Placement Interview Track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38844" y="4846320"/>
            <a:ext cx="2601468" cy="1371600"/>
          </a:xfrm>
          <a:prstGeom prst="roundRect">
            <a:avLst>
              <a:gd name="adj" fmla="val 6667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21724" y="4983480"/>
            <a:ext cx="223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1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221724" y="5303520"/>
            <a:ext cx="22357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snapskiee.vercel.app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github.com/Nitanshu715/Snapskiee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1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PAIN 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Cloud-Bound AI Fails Mobile &amp; Privacy-Conscious Users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note tools and enterprise copilots force critical compromises: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SNAPSKIEE  //  Snapdragon® AI Lab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483864" cy="3977640"/>
          </a:xfrm>
          <a:prstGeom prst="roundRect">
            <a:avLst>
              <a:gd name="adj" fmla="val 262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E01E37"/>
          </a:solidFill>
          <a:ln w="12700">
            <a:solidFill>
              <a:srgbClr val="E01E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5468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Intellectual Property &amp; Privacy Leaks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931920"/>
            <a:ext cx="28437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Developers, researchers, and executives paste proprietary code and NDA minutes into cloud LLM apps.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travels over third-party servers, creating compliance and security violations.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52544" y="2194560"/>
            <a:ext cx="3483864" cy="3977640"/>
          </a:xfrm>
          <a:prstGeom prst="roundRect">
            <a:avLst>
              <a:gd name="adj" fmla="val 262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72584" y="251460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72584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72584" y="315468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Battery &amp; Thermal Penalties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672584" y="3931920"/>
            <a:ext cx="28437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browser tabs and active Wi-Fi radios accelerate battery drain by up to 40%.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Unoptimized local models on CPUs/GPUs cause audible fan spin and thermal throttling.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56448" y="2194560"/>
            <a:ext cx="3483864" cy="3977640"/>
          </a:xfrm>
          <a:prstGeom prst="roundRect">
            <a:avLst>
              <a:gd name="adj" fmla="val 262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76488" y="2514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7648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76488" y="315468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Air-Gap Fragility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476488" y="3931920"/>
            <a:ext cx="28437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flights, in remote field locations, or in classified facilities, cloud AI completely breaks.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lose their cognitive companion right when they need it most.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1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VISION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Ambient, On-Device Cognitive Architecture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native, lightweight cognitive workspace powered 100% by the Snapdragon Hexagon NPU.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SNAPSKIEE  //  Snapdragon® AI Lab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483864" cy="3977640"/>
          </a:xfrm>
          <a:prstGeom prst="roundRect">
            <a:avLst>
              <a:gd name="adj" fmla="val 262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E01E37"/>
          </a:solidFill>
          <a:ln w="12700">
            <a:solidFill>
              <a:srgbClr val="E01E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5468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1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&lt;100 ms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84048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Thought Deconstruction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617720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brain dumps, lecture notes, or code snippets become Executive Summaries and Actionable Deliverables.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52544" y="2194560"/>
            <a:ext cx="3483864" cy="3977640"/>
          </a:xfrm>
          <a:prstGeom prst="roundRect">
            <a:avLst>
              <a:gd name="adj" fmla="val 262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72584" y="251460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72584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72584" y="315468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&lt;1 ms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4672584" y="384048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Zero-Cloud Micro-Vector Memory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672584" y="4617720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embedding engine indexes notes into an offline cosine-similarity index. No external vector DB.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56448" y="2194560"/>
            <a:ext cx="3483864" cy="3977640"/>
          </a:xfrm>
          <a:prstGeom prst="roundRect">
            <a:avLst>
              <a:gd name="adj" fmla="val 262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76488" y="2514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7648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476488" y="315468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&lt;2.5 W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8476488" y="384048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Sub-Watt Silicon Efficiency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476488" y="4617720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offloaded to the 45 TOPS Hexagon NPU. Laptops stay cool, silent, and last all day.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1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Multi-Tiered Hardware Acceleration Stack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integration with Qualcomm Neural Processing SDK &amp; ONNX Runtime.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SNAPSKIEE  //  Snapdragon® AI Lab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488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14884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Glassmorphic Cyber-HUD (FastAPI + Tailwind) &amp; low-overhead Terminal CLI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9077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136392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13639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3136392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structuring, token optimizer, and LocalVectorMemory index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89534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123944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12394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1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4123944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Runtime 1.17+ with QNNExecutionProvider (QnnHtp.dll). Fallback: DirectML and CPU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88289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111496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11149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SILICON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5111496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Qualcomm Hexagon Tensor Processor executing INT4/INT8 quantized weights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0" y="2148840"/>
            <a:ext cx="2496312" cy="3703320"/>
          </a:xfrm>
          <a:prstGeom prst="roundRect">
            <a:avLst>
              <a:gd name="adj" fmla="val 3663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81160" y="2834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 KB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5661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network traffic, verified by the telemetry monitor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1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Curated, Quantized Models Optimized for Hexagon NPU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officially verified models from the Qualcomm AI Hub catalog.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SNAPSKIEE  //  Snapdragon® AI Lab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483864" cy="3977640"/>
          </a:xfrm>
          <a:prstGeom prst="roundRect">
            <a:avLst>
              <a:gd name="adj" fmla="val 262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E01E37"/>
          </a:solidFill>
          <a:ln w="12700">
            <a:solidFill>
              <a:srgbClr val="E01E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5468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Llama-3.2-3B-Instruct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W4A16 / INT4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931920"/>
            <a:ext cx="28437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text synthesis, semantic deconstruction, action-item extraction.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compiled for the Qualcomm Hexagon HTP backend.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52544" y="2194560"/>
            <a:ext cx="3483864" cy="3977640"/>
          </a:xfrm>
          <a:prstGeom prst="roundRect">
            <a:avLst>
              <a:gd name="adj" fmla="val 262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72584" y="251460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72584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72584" y="315468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All-MiniLM-L6-V2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Quantized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672584" y="3931920"/>
            <a:ext cx="28437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384-dimensional dense semantic embeddings.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Sub-3ms vector generation for instant on-device search.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56448" y="2194560"/>
            <a:ext cx="3483864" cy="3977640"/>
          </a:xfrm>
          <a:prstGeom prst="roundRect">
            <a:avLst>
              <a:gd name="adj" fmla="val 262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76488" y="2514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7648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76488" y="315468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MobileCLIP-S2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476488" y="3931920"/>
            <a:ext cx="28437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multimodal screenshot, whiteboard, and diagram indexing.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Edge-optimized vision-language transformer.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1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 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Snapdragon Hexagon NPU vs. Traditional Host CPU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Benchmarked with 512 input tokens and 128 output tokens on Windows on ARM.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SNAPSKIEE  //  Snapdragon® AI Lab 2026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CPU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SNAPDRAGON NPU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77824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1091672" cy="621792"/>
          </a:xfrm>
          <a:prstGeom prst="roundRect">
            <a:avLst>
              <a:gd name="adj" fmla="val 14706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3774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Time-To-First-Token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37744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141.3 ms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7744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24.0 ms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237744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1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5.9x faster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127248"/>
            <a:ext cx="11091672" cy="621792"/>
          </a:xfrm>
          <a:prstGeom prst="roundRect">
            <a:avLst>
              <a:gd name="adj" fmla="val 14706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12724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Generation Rate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1272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14.2 tok/s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1272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49.8 tok/s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312724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1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3.5x throughput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877056"/>
            <a:ext cx="11091672" cy="621792"/>
          </a:xfrm>
          <a:prstGeom prst="roundRect">
            <a:avLst>
              <a:gd name="adj" fmla="val 14706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87705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Embedding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387705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18.5 ms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87705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2.9 ms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0" y="387705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1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6.4x speedup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4626864"/>
            <a:ext cx="11091672" cy="621792"/>
          </a:xfrm>
          <a:prstGeom prst="roundRect">
            <a:avLst>
              <a:gd name="adj" fmla="val 14706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62686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Power Draw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462686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~28.5 W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462686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~2.4 W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778240" y="462686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1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91.5% energy savings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5376672"/>
            <a:ext cx="11091672" cy="621792"/>
          </a:xfrm>
          <a:prstGeom prst="roundRect">
            <a:avLst>
              <a:gd name="adj" fmla="val 14706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37667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Network Payload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537667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/ risky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537667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 KB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778240" y="537667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1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air-gapped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1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EXPERIENCE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for Developers, Students, and Executives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engine accessible via graphical web studio or instant terminal commands.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SNAPSKIEE  //  Snapdragon® AI Lab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5352" y="219456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|  Glassmorphic Cyber-HUD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01752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obsidian UI with live telemetry: NPU status, thermal power, air-gap proof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presets: Meeting Minutes, Architecture Plan, Research Draft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semantic memory search with percentage match scores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65392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|  Rich Terminal CLI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2926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developer workflow. Sub-second terminal synthesis and live hardware telemetry: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65392" y="3657600"/>
            <a:ext cx="4754880" cy="640080"/>
          </a:xfrm>
          <a:prstGeom prst="roundRect">
            <a:avLst>
              <a:gd name="adj" fmla="val 8571"/>
            </a:avLst>
          </a:prstGeom>
          <a:solidFill>
            <a:srgbClr val="0A0D14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2552" y="36576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snapskiee.cli scratch "&lt;text&gt;"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65392" y="4480560"/>
            <a:ext cx="4754880" cy="640080"/>
          </a:xfrm>
          <a:prstGeom prst="roundRect">
            <a:avLst>
              <a:gd name="adj" fmla="val 8571"/>
            </a:avLst>
          </a:prstGeom>
          <a:solidFill>
            <a:srgbClr val="0A0D14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02552" y="4480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snapskiee.cli status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1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 &amp; ECOSYSTEM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Frictionless Onboarding on Snapdragon HP PCs &amp; Cloud Demo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evaluation on local hardware or instant preview in browser.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SNAPSKIEE  //  Snapdragon® AI Lab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483864" cy="3977640"/>
          </a:xfrm>
          <a:prstGeom prst="roundRect">
            <a:avLst>
              <a:gd name="adj" fmla="val 262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E01E37"/>
          </a:solidFill>
          <a:ln w="12700">
            <a:solidFill>
              <a:srgbClr val="E01E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5468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Zero-Config Local Setup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931920"/>
            <a:ext cx="28437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Python dependencies: onnxruntime, fastapi, uvicorn, pydantic, rich.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 with Windows 11 on ARM64 and standard Snapdragon dev laptops.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52544" y="2194560"/>
            <a:ext cx="3483864" cy="3977640"/>
          </a:xfrm>
          <a:prstGeom prst="roundRect">
            <a:avLst>
              <a:gd name="adj" fmla="val 262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72584" y="251460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72584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72584" y="315468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Deployment Mode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672584" y="3931920"/>
            <a:ext cx="28437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NPU execution on a Snapdragon PC.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live cloud preview on Vercel: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snapskiee.vercel.app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56448" y="2194560"/>
            <a:ext cx="3483864" cy="3977640"/>
          </a:xfrm>
          <a:prstGeom prst="roundRect">
            <a:avLst>
              <a:gd name="adj" fmla="val 262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76488" y="2514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7648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76488" y="315468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Senior-Grade Engineering Standards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476488" y="3931920"/>
            <a:ext cx="28437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documentation suite, benchmark harness, and MIT open-source license.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1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HORIZONS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Expansion &amp; Arduino Edge Sensing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Aligning with the Snapdragon AI Lab + Arduino hands-on maker ecosystem.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SNAPSKIEE  //  Snapdragon® AI Lab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483864" cy="3977640"/>
          </a:xfrm>
          <a:prstGeom prst="roundRect">
            <a:avLst>
              <a:gd name="adj" fmla="val 262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E01E37"/>
          </a:solidFill>
          <a:ln w="12700">
            <a:solidFill>
              <a:srgbClr val="E01E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5468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Ingestion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931920"/>
            <a:ext cx="28437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MobileCLIP-S2 to automatically OCR and index screenshots and whiteboard notes.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52544" y="2194560"/>
            <a:ext cx="3483864" cy="3977640"/>
          </a:xfrm>
          <a:prstGeom prst="roundRect">
            <a:avLst>
              <a:gd name="adj" fmla="val 262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72584" y="251460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72584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72584" y="315468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UNO Q IoT Bridge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672584" y="3931920"/>
            <a:ext cx="28437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desk-presence and ambient posture sensors over a serial bridge to trigger smart context captures when the user sits down or steps away.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56448" y="2194560"/>
            <a:ext cx="3483864" cy="3977640"/>
          </a:xfrm>
          <a:prstGeom prst="roundRect">
            <a:avLst>
              <a:gd name="adj" fmla="val 262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76488" y="2514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7648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76488" y="315468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Cross-Device Context Mesh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476488" y="3931920"/>
            <a:ext cx="28437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 encrypted sync between Snapdragon PC and Snapdragon smartphone, with no cloud servers.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1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&amp; CLOSING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Snapskiee Delivers Winning Value for Qualcomm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SNAPSKIEE  //  Snapdragon® AI Lab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14344" cy="1691640"/>
          </a:xfrm>
          <a:prstGeom prst="roundRect">
            <a:avLst>
              <a:gd name="adj" fmla="val 540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1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Implementation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2965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Runtime with the Qualcomm QNN Execution Provider on the Hexagon NPU.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37304" y="1645920"/>
            <a:ext cx="3514344" cy="1691640"/>
          </a:xfrm>
          <a:prstGeom prst="roundRect">
            <a:avLst>
              <a:gd name="adj" fmla="val 540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1624" y="1783080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Innovation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1624" y="2240280"/>
            <a:ext cx="2965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cloud latency, battery drain, and privacy risks for mobile professionals.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5968" y="1645920"/>
            <a:ext cx="3514344" cy="1691640"/>
          </a:xfrm>
          <a:prstGeom prst="roundRect">
            <a:avLst>
              <a:gd name="adj" fmla="val 5405"/>
            </a:avLst>
          </a:prstGeom>
          <a:solidFill>
            <a:srgbClr val="111622"/>
          </a:solidFill>
          <a:ln w="12700">
            <a:solidFill>
              <a:srgbClr val="1F26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00288" y="1783080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Polish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400288" y="2240280"/>
            <a:ext cx="2965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web app, verified CLI, full benchmark suite, and documentation.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6576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“Snapskiee proves that Snapdragon-powered HP PCs aren’t just faster laptops. They are autonomous, private, all-day cognitive companions.”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029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Nitanshu Tak  |  nitanshutak070105@gmail.com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GitHub: github.com/Nitanshu715/Snapskiee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Demo: snapskiee.vercel.app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Snapskiee</dc:title>
  <dc:subject>PptxGenJS Presentation</dc:subject>
  <dc:creator>Nitanshu Tak</dc:creator>
  <cp:lastModifiedBy>Nitanshu Tak</cp:lastModifiedBy>
  <cp:revision>1</cp:revision>
  <dcterms:created xsi:type="dcterms:W3CDTF">2026-09-28T12:48:38Z</dcterms:created>
  <dcterms:modified xsi:type="dcterms:W3CDTF">2026-09-28T12:48:38Z</dcterms:modified>
</cp:coreProperties>
</file>