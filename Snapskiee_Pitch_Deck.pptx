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01E37"/>
                </a:solidFill>
                <a:latin typeface="Arial"/>
              </a:defRPr>
            </a:pPr>
            <a:r>
              <a:t>QUALCOMM SNAPDRAGON® AI LAB BUILD &amp; PRESENT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Snapskiee: Zero-Cloud Cognitive Scratchpad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The Autonomous On-Device Cognitive Architecture Engineered for Snapdragon-Powered HP PCs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Snapskiee // Snapdragon-Powered HP PCs (45 TOPS Hexagon NPU)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E01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Target Hardware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HP Omnibook Ultra / Copilot+ PC Series</a:t>
            </a:r>
            <a:br/>
            <a:r>
              <a:t>• Qualcomm Snapdragon X Elite / X Plus</a:t>
            </a:r>
            <a:br/>
            <a:r>
              <a:t>• Qualcomm Hexagon HTP NPU (45 TOPS)</a:t>
            </a:r>
            <a:br/>
            <a:r>
              <a:t>• Windows 11 on ARM64 Native Execution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Core Breakthrough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Sub-100ms local semantic synthesis</a:t>
            </a:r>
            <a:br/>
            <a:r>
              <a:t>• Instant action-item extraction</a:t>
            </a:r>
            <a:br/>
            <a:r>
              <a:t>• Local 384-dim dense vector memory</a:t>
            </a:r>
            <a:br/>
            <a:r>
              <a:t>• 100% air-gapped zero-cloud security</a:t>
            </a:r>
            <a:br/>
            <a:r>
              <a:t>• Sub-watt energy profile (~2.4W)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Candidate &amp; Links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Nitanshu Tak (Pre-Placement Interview Track)</a:t>
            </a:r>
            <a:br/>
            <a:r>
              <a:t>• Email: nitanshutak070105@gmail.com</a:t>
            </a:r>
            <a:br/>
            <a:r>
              <a:t>• Live App: https://snapskiee.vercel.app</a:t>
            </a:r>
            <a:br/>
            <a:r>
              <a:t>• GitHub: https://github.com/Nitanshu715/Snapskiee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01E37"/>
                </a:solidFill>
                <a:latin typeface="Arial"/>
              </a:defRPr>
            </a:pPr>
            <a:r>
              <a:t>MARKET NEED &amp; PAIN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The Three Fatal Flaws of Cloud Copilots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Why relying on remote servers for personal notes, code snippets, and meetings fails users.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Snapskiee // Snapdragon-Powered HP PCs (45 TOPS Hexagon NPU)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E01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1. Privacy &amp; IP Exposure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Users paste proprietary source code, NDA minutes, and strategy notes into cloud tools. Keystrokes traverse third-party networks, violating enterprise governance.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2. Battery &amp; Thermal Drain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Maintaining active Wi-Fi radios and heavy web clients accelerates laptop battery drain by up to 40%. Running unoptimized local models on CPUs causes fan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3. Air-Gap Fragility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In transit, on flights, or in classified air-gapped facilities, cloud AI fails completely. Professionals lose their cognitive assistant when they need it most.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01E37"/>
                </a:solidFill>
                <a:latin typeface="Arial"/>
              </a:defRPr>
            </a:pPr>
            <a:r>
              <a:t>PRODUCT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Ambient, On-Device Cognitive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A lightweight, instant cognitive scratchpad that turns raw brain dumps into actionable structure.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Snapskiee // Snapdragon-Powered HP PCs (45 TOPS Hexagon NPU)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Thought Deconstruction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Drop in messy thoughts, raw code fragments, or meeting transcripts. Snapskiee restructures them into Executive Summaries and Action Deliverables in under 100ms.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Zero-Cloud Vector Memory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Built-in micro-vector index computes embeddings locally, enabling instant semantic search across all historical notes with zero external network requests.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E01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Sub-Watt Silicon Efficiency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Runs on the 45 TOPS Hexagon NPU at under 2.5W. Keeps Snapdragon laptops cool, silent, and operational all day long.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01E37"/>
                </a:solidFill>
                <a:latin typeface="Arial"/>
              </a:defRPr>
            </a:pPr>
            <a:r>
              <a:t>TECHNICAL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Decoupled Multi-Tiered Acceleration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Engineered for clean separation of concerns and peak throughput on Snapdragon silicon.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Snapskiee // Snapdragon-Powered HP PCs (45 TOPS Hexagon NPU)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Ingestion Layer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Dark Glassmorphic Studio HUD</a:t>
            </a:r>
            <a:br/>
            <a:r>
              <a:t>• High-efficiency Terminal CLI</a:t>
            </a:r>
            <a:br/>
            <a:r>
              <a:t>• FastAPI Asynchronous Gateway</a:t>
            </a:r>
            <a:br/>
            <a:r>
              <a:t>• Zero-latency local endpoints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Core Orchestration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NoteSynthesizer</a:t>
            </a:r>
            <a:br/>
            <a:r>
              <a:t>• LocalVectorMemory index</a:t>
            </a:r>
            <a:br/>
            <a:r>
              <a:t>• Context conditioning</a:t>
            </a:r>
            <a:br/>
            <a:r>
              <a:t>• SLM token optimization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Execution Layer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ONNX Runtime 1.17+ ARM64</a:t>
            </a:r>
            <a:br/>
            <a:r>
              <a:t>• Qualcomm QNN Provider</a:t>
            </a:r>
            <a:br/>
            <a:r>
              <a:t>• libQnnOnnx.dll binding</a:t>
            </a:r>
            <a:br/>
            <a:r>
              <a:t>• DirectML / CPU fallback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E01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Qualcomm Silicon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Hexagon HTP Backend</a:t>
            </a:r>
            <a:br/>
            <a:r>
              <a:t>• 45 TOPS peak compute</a:t>
            </a:r>
            <a:br/>
            <a:r>
              <a:t>• INT4 / INT8 quantization</a:t>
            </a:r>
            <a:br/>
            <a:r>
              <a:t>• 0.00 KB network leakage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01E37"/>
                </a:solidFill>
                <a:latin typeface="Arial"/>
              </a:defRPr>
            </a:pPr>
            <a:r>
              <a:t>MODEL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Curated Model Stack from Qualcomm AI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Leveraging Qualcomm's officially validated, hardware-quantized model library.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Snapskiee // Snapdragon-Powered HP PCs (45 TOPS Hexagon NPU)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E01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Llama-3.2-3B-Instruct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Format: ONNX (W4A16 Quantized)</a:t>
            </a:r>
            <a:br/>
            <a:r>
              <a:t>• Role: Semantic note structuring, summaries, action items</a:t>
            </a:r>
            <a:br/>
            <a:r>
              <a:t>• Target: Qualcomm Hexagon HTP</a:t>
            </a:r>
            <a:br/>
            <a:r>
              <a:t>• Advantage: Compiled graph for sub-100ms response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All-MiniLM-L6-V2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Format: ONNX (INT8 Quantized)</a:t>
            </a:r>
            <a:br/>
            <a:r>
              <a:t>• Role: 384-dimensional dense semantic vector embeddings</a:t>
            </a:r>
            <a:br/>
            <a:r>
              <a:t>• Target: Qualcomm Hexagon HTP</a:t>
            </a:r>
            <a:br/>
            <a:r>
              <a:t>• Advantage: Sub-3ms vector generation for memory 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MobileCLIP-S2 (Roadmap)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Format: ONNX (INT8 Quantized)</a:t>
            </a:r>
            <a:br/>
            <a:r>
              <a:t>• Role: Multimodal screenshot, whiteboard, and diagram indexing</a:t>
            </a:r>
            <a:br/>
            <a:r>
              <a:t>• Target: Qualcomm Hexagon HTP</a:t>
            </a:r>
            <a:br/>
            <a:r>
              <a:t>• Advantage: Edge vision-language comprehension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01E37"/>
                </a:solidFill>
                <a:latin typeface="Arial"/>
              </a:defRPr>
            </a:pPr>
            <a:r>
              <a:t>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Snapdragon Hexagon NPU vs. Traditional Host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Benchmarked with 512 input tokens and 128 output tokens on Windows on ARM64.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Snapskiee // Snapdragon-Powered HP PCs (45 TOPS Hexagon NPU)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Time-To-First-Token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Host CPU: 141.3 ms</a:t>
            </a:r>
            <a:br/>
            <a:r>
              <a:t>• Hexagon NPU: 24.0 ms</a:t>
            </a:r>
            <a:br/>
            <a:br/>
            <a:r>
              <a:t>Result:</a:t>
            </a:r>
            <a:br/>
            <a:r>
              <a:t>5.9x Faster Acceleration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Generation Speed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Host CPU: 14.2 tok/s</a:t>
            </a:r>
            <a:br/>
            <a:r>
              <a:t>• Hexagon NPU: 49.8 tok/s</a:t>
            </a:r>
            <a:br/>
            <a:br/>
            <a:r>
              <a:t>Result:</a:t>
            </a:r>
            <a:br/>
            <a:r>
              <a:t>3.5x Throughput Boost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Thermal Power Draw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Host CPU: ~28.5 Watts</a:t>
            </a:r>
            <a:br/>
            <a:r>
              <a:t>• Hexagon NPU: ~2.4 Watts</a:t>
            </a:r>
            <a:br/>
            <a:br/>
            <a:r>
              <a:t>Result:</a:t>
            </a:r>
            <a:br/>
            <a:r>
              <a:t>91.5% Energy Savings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Privacy Assurance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Cloud Tools: Unsafe</a:t>
            </a:r>
            <a:br/>
            <a:r>
              <a:t>• Hexagon NPU: 0.00 KB</a:t>
            </a:r>
            <a:br/>
            <a:br/>
            <a:r>
              <a:t>Result:</a:t>
            </a:r>
            <a:br/>
            <a:r>
              <a:t>100% Air-Gapped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01E37"/>
                </a:solidFill>
                <a:latin typeface="Arial"/>
              </a:defRPr>
            </a:pPr>
            <a: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Glassmorphic Web Studio + Rich Terminal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Designed for both modern visual dashboards and instant developer terminal workflows.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Snapskiee // Snapdragon-Powered HP PCs (45 TOPS Hexagon NPU)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1206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Dark Glassmorphic Studio HUD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Live telemetry pills: NPU status, thermal power (~1.2W), air-gap proof (0.00 KB)</a:t>
            </a:r>
            <a:br/>
            <a:r>
              <a:t>• 1-Click quick presets: Meeting Minutes, Architecture Plan, Research Draft</a:t>
            </a:r>
            <a:br/>
            <a:r>
              <a:t>• Real-time semantic memory search with percentage match scores</a:t>
            </a:r>
            <a:br/>
            <a:r>
              <a:t>• Direct in-app pitch deck viewer and export options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1206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E01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Rich Terminal CLI for Developers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'python -m snapskiee.cli scratch &lt;text&gt;' for instant terminal cognitive synthesis</a:t>
            </a:r>
            <a:br/>
            <a:r>
              <a:t>• 'python -m snapskiee.cli status' for real-time hardware telemetry inspection</a:t>
            </a:r>
            <a:br/>
            <a:r>
              <a:t>• Sub-100ms startup overhead; zero UI distraction</a:t>
            </a:r>
            <a:br/>
            <a:r>
              <a:t>• Formats structured output with color-coded tags and latency metrics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01E37"/>
                </a:solidFill>
                <a:latin typeface="Arial"/>
              </a:defRPr>
            </a:pPr>
            <a:r>
              <a:t>DEPLOYMENT &amp; 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Frictionless Onboarding on Snapdragon HP PCs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Ready for immediate evaluation on local hardware or public live cloud preview.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Snapskiee // Snapdragon-Powered HP PCs (45 TOPS Hexagon NPU)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Zero-Config Local Setup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Standard Python 3.11 / 3.13 dependencies</a:t>
            </a:r>
            <a:br/>
            <a:r>
              <a:t>• ONNX Runtime ARM64, FastAPI, Pydantic, Rich</a:t>
            </a:r>
            <a:br/>
            <a:r>
              <a:t>• One-line installation: pip install -r requirements.txt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Live Cloud Deployment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Deployed live on Vercel: https://snapskiee.vercel.app</a:t>
            </a:r>
            <a:br/>
            <a:r>
              <a:t>• Direct access to pitch deck PDF</a:t>
            </a:r>
            <a:br/>
            <a:r>
              <a:t>• Interactive demonstration available without local installation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E01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Production Standards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Complete docs: ARCHITECTURE.md, BENCHMARKS.md, PITCH_DECK.md</a:t>
            </a:r>
            <a:br/>
            <a:r>
              <a:t>• Open-source MIT License</a:t>
            </a:r>
            <a:br/>
            <a:r>
              <a:t>• Benchmark test harness included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01E37"/>
                </a:solidFill>
                <a:latin typeface="Arial"/>
              </a:defRPr>
            </a:pPr>
            <a:r>
              <a:t>STRATEGIC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Multimodal Expansion &amp; Arduino Edge Sensing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Aligning directly with the Snapdragon AI Lab hands-on maker curriculum.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Snapskiee // Snapdragon-Powered HP PCs (45 TOPS Hexagon NPU)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Phase 1: Foundation (Done)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On-device SLM synthesis via QNN</a:t>
            </a:r>
            <a:br/>
            <a:r>
              <a:t>• 45 TOPS Hexagon NPU offloading</a:t>
            </a:r>
            <a:br/>
            <a:r>
              <a:t>• Dense 384-dim vector memory</a:t>
            </a:r>
            <a:br/>
            <a:r>
              <a:t>• Dual UX: Web HUD &amp; Terminal CLI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Phase 2: Multimodal (Q4 2026)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MobileCLIP-S2 integration from Qualcomm AI Hub</a:t>
            </a:r>
            <a:br/>
            <a:r>
              <a:t>• Screenshot &amp; whiteboard OCR indexing</a:t>
            </a:r>
            <a:br/>
            <a:r>
              <a:t>• On-device Whisper audio transcription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011680"/>
            <a:ext cx="329184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E01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Phase 3: Arduino UNO Q (Q1 2027)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• USB serial bridge to Arduino UNO Q board</a:t>
            </a:r>
            <a:br/>
            <a:r>
              <a:t>• Desk presence and posture triggers</a:t>
            </a:r>
            <a:br/>
            <a:r>
              <a:t>• Automatic note capture on session transition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01E37"/>
                </a:solidFill>
                <a:latin typeface="Arial"/>
              </a:defRPr>
            </a:pPr>
            <a:r>
              <a:t>CONCLUSION &amp;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Why Snapskiee Delivers Winning Value for Qualcomm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Arial"/>
              </a:defRPr>
            </a:pPr>
            <a:r>
              <a:t>Direct alignment across all four challenge evaluation criteria.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Snapskiee // Snapdragon-Powered HP PCs (45 TOPS Hexagon NPU) |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E01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1. Technical Depth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Native ONNX Runtime integration with Qualcomm QNN Execution Provider on 45 TOPS Hexagon NPU; sub-watt execution profile.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2. Real Innovation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Eliminates cloud latency, battery drain, and IP leaks by providing an ambient, zero-cloud cognitive assistant.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3. Deployment Polish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Live deployed web app, verified CLI, full benchmark harness, and comprehensive documentation 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011680"/>
            <a:ext cx="2468880" cy="3931920"/>
          </a:xfrm>
          <a:prstGeom prst="roundRect">
            <a:avLst/>
          </a:prstGeom>
          <a:solidFill>
            <a:srgbClr val="11162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Candidate Info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Nitanshu Tak</a:t>
            </a:r>
            <a:br/>
            <a:r>
              <a:t>nitanshutak070105@gmail.com</a:t>
            </a:r>
            <a:br/>
            <a:br/>
            <a:r>
              <a:t>GitHub:</a:t>
            </a:r>
            <a:br/>
            <a:r>
              <a:t>Nitanshu715/Snapskiee</a:t>
            </a:r>
            <a:br/>
            <a:br/>
            <a:r>
              <a:t>Live Demo:</a:t>
            </a:r>
            <a:br/>
            <a:r>
              <a:t>snapskiee.vercel.app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